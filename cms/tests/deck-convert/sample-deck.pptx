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Enquiries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9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Bakery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website that takes cake orders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Five pages</a:t>
            </a:r>
          </a:p>
          <a:p>
            <a:r>
              <a:t>WhatsApp booking</a:t>
            </a:r>
          </a:p>
          <a:p>
            <a:r>
              <a:t>Your photos</a:t>
            </a:r>
          </a:p>
          <a:p>
            <a:r>
              <a:t>Order on WhatsApp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GHS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6,000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Care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 a month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Enquiries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